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E40A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977640" y="5029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977640" y="640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AI-ІНСТРУМЕНТИ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Реальний стек, яким користуються зараз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3C5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Адаптовано для Aura  ·  Без води  ·  Тільки те, що працює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ВСТУП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— це не один чат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 2026 ринок ШІ остаточно розділився на спеціалізовані інструменти. Використання лише одного чату — це як будувати будинок, маючи лише молоток.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22974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Пастка «одного улюбленого»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2880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Кожна модель має свої сліпі зони. Одна краще пише код, інша — генерує ідеї, третя — шукає факти в реальному часі. Обмежуючи себе одним інструментом, ви отримуєте посередній результат.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965960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21945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22974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Будуй стек, а не шукай «ідеал»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92040" y="2880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Справжня перевага — розуміти, який інструмент застосувати в конкретний момент. Мислення → Створення → Масштабування → Розробка → Контроль.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ЗМІСТ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шарів AI-стеку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AI / LLM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ChatGPT · Claude · Gemini · Perplexity · Grok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Stack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Nano Banana · GPT Images · Freepik · Ideogram · Krea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 Stack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Sora 2 · Google Flow + Veo · Kling 2.6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Audio Stack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ElevenLabs · Suno · Udio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AI-Агенти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Manus · Genspark · n8n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Cursor · Kiro · Antigravity · Cline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Open-Weight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Qwen3 · Kimi K2 · Mistral Large 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 ·  CORE AI /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Аналітичний центр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ChatGPT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Універсальний AI-хаб. Закриває 70–80% щоденних задач.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Сильні сторони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Сильна логіка і reasoning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PDF, таблиці, файли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Зображення прямо в чаті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Агенти і багатокрокові сценарії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$20/міс  ·  Головний мозок у роботі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Найкращий для тексту, сенсів і довгих масивів. Менше води.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Сильні сторони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Висока якість тексту (тон, ритм)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Сильна аналітика і пояснення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Довгі тексти, ТЗ, код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Менше «води», більше змісту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$20/міс  ·  Продажні тексти, long-read, дополіровка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 ·  CORE AI /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Gemini · Perplexity · Grok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Gemini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Мультимодальна платформа Google. Інтеграція з Workspace.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 + зображення + відео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Docs, Drive, Calendar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Ідеально для бізнес-рутини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$20/міс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344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AI-пошуковик з реальними джерелами. Не генерує «думки».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Прозорі посилання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Факт-чекінг і ресерч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Аналітичні матеріали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$20/міс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2344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Live-search від xAI. Фокус на новини, тренди, соцмережі.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65176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Пошук у реальному часі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«Гарячі» теми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Контент «тут і зараз»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 Premium+ ~$22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 ·  VISUAL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Генерація та редагування зображень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Nano Banana 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Максимальний фотореалізм. Реклама, брендинг, продукти.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AI Pro ~$20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47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GPT Images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Зручно прямо в ChatGPT. Швидкі ідеї і соцмережі.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847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ChatGPT Plus $20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968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Freepik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596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Робоча конячка дизайнера. Шаблони і флоу.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$6/міс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346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Ideogram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346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Найкращий текст на зображеннях. Логотипи, постери.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$7/міс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096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Krea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096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Realtime-стилізація. Експерименти і moodboard.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$10/міс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 ·  VIDEO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Генерація відео та Motion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Sora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Лідер по кінематографічності. Мем-контент і вірусні ролики.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Висока якість, складні сцени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Обмеження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Часто потрібен VPN (США)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через ChatGPT Plus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280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Flow + Veo 3.1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Професійний інструмент для реклами і story-driven відео.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Контроль сцен, продакшн-логіка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Обмеження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794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Кредитна система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AI Pro ~$20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280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Kling 2.6 / O1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Сильний контроль сцен, референсів і редагування.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 + editing в одному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Обмеження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794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Потрібен час на освоєння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~$7/міс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 ·  AUDIO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Голос + музика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ElevenLabs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Світовий стандарт text-to-speech і voice cloning. Озвучка, дубляж, голосові агенти.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Найреалістичніші голоси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Клонування + багато мов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для продуктів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Starter $5 · Creator $11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Повноцінні треки з вокалом «під ключ». Ідеально для контенту і мемів.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Текст + вокал + інструментал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Швидка генерація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Різні жанри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$10 · Pro $20+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Кращий контроль структури музики. Для більш серйозних композицій.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880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Керування структурою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Доопрацювання частин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Саунд-дизайн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~$10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 ·  AI-АГЕНТИ ТА АВТОМАТИЗАЦІЇ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&amp; Execute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Агент, який реально виконує задачі: ресерч, документи, структури «під ключ».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Дослідження, аналітика, «зроби замість мене»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~$20/міс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Genspark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Super-agent для пошуку, зведень, презентацій і навіть авто-дзвінків.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Презентації, бізнес-ресерч, аналітичні зведення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~$20/міс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280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n8n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Платформа автоматизацій. Self-host, гнучкі сценарії, сотні інтеграцій.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108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Автоматизація бізнесу, масштабування процесів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297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 безкоштовно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 ·  VIBE CODING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 + AI-агенти для розробки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Cursor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Найкраща IDE для vibe coding. Діалог, плани, агенти, контекст усього проєкту.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 ~$20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Автоматична документація: вимоги, задачі, дизайн-спеки. Для структурованої розробки.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~$10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Antigravity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view — аналіз UI/UX прямо з браузера. Сильний для frontend.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 ~$15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Open-source агент для VS Code. Сам підключаєш API-ключі. Повний контроль.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Безкоштовно + API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 ·  OPEN-WEIGHT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Локальні та відкриті моделі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Повний контроль над даними. Платиш тільки за сервер / GPU.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88920" cy="32918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Qwen3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з найсильніших open-weight моделей 2025–2026. Є Instruct і Coder версії.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Приватні дані, корпоративні рішення, локальні системи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88920" cy="32918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Kimi K2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Відома «чесністю» — мінімум підлизування, максимум прямоти.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Аналітика, стратегії, локальні агенти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788920" cy="32918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Mistral Large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Європейський лідер, MoE-архітектура. Рівень GPT-4o з можливістю локального розгортання.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Enterprise, великі навантаження, власні платформи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ВИСНОВОК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шукай один «ідеальний» інструмент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 2026 такого інструменту не існує. Кожна нейромережа оптимізована під свій тип задач.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Мислення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8288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Створення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Візуал · Відео · Звук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18288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Масштабування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Агенти · Автоматизації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32120" y="18288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Розробка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8288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Контроль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Open-Weight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Справжня перевага — розуміти, який інструмент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застосувати в конкретний момент.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AI-Інструменти 2026 — Реальний стек, яким користуються зараз</dc:title>
  <dc:subject>Адаптовано під дизайн Aura</dc:subject>
  <dc:creator>Aura</dc:creator>
  <cp:lastModifiedBy>Aura</cp:lastModifiedBy>
  <cp:revision>1</cp:revision>
  <dcterms:created xsi:type="dcterms:W3CDTF">2026-08-10T12:02:19Z</dcterms:created>
  <dcterms:modified xsi:type="dcterms:W3CDTF">2026-08-10T12:02:19Z</dcterms:modified>
</cp:coreProperties>
</file>